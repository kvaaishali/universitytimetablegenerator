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02" r:id="rId1"/>
  </p:sldMasterIdLst>
  <p:sldIdLst>
    <p:sldId id="256" r:id="rId2"/>
    <p:sldId id="257" r:id="rId3"/>
    <p:sldId id="258" r:id="rId4"/>
    <p:sldId id="259" r:id="rId5"/>
    <p:sldId id="263" r:id="rId6"/>
    <p:sldId id="264" r:id="rId7"/>
    <p:sldId id="265" r:id="rId8"/>
    <p:sldId id="260" r:id="rId9"/>
    <p:sldId id="261" r:id="rId10"/>
    <p:sldId id="266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2" d="100"/>
          <a:sy n="92" d="100"/>
        </p:scale>
        <p:origin x="1186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6469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2876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9431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1116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3118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8138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0881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303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637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5069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9591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76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9541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886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229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696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544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719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3" r:id="rId1"/>
    <p:sldLayoutId id="2147483804" r:id="rId2"/>
    <p:sldLayoutId id="2147483805" r:id="rId3"/>
    <p:sldLayoutId id="2147483806" r:id="rId4"/>
    <p:sldLayoutId id="2147483807" r:id="rId5"/>
    <p:sldLayoutId id="2147483808" r:id="rId6"/>
    <p:sldLayoutId id="2147483809" r:id="rId7"/>
    <p:sldLayoutId id="2147483810" r:id="rId8"/>
    <p:sldLayoutId id="2147483811" r:id="rId9"/>
    <p:sldLayoutId id="2147483812" r:id="rId10"/>
    <p:sldLayoutId id="2147483813" r:id="rId11"/>
    <p:sldLayoutId id="2147483814" r:id="rId12"/>
    <p:sldLayoutId id="2147483815" r:id="rId13"/>
    <p:sldLayoutId id="2147483816" r:id="rId14"/>
    <p:sldLayoutId id="2147483817" r:id="rId15"/>
    <p:sldLayoutId id="2147483818" r:id="rId16"/>
    <p:sldLayoutId id="214748381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t>University Timetable Generator using CSP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Artificial Intelligence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• CSP stands for Constraint Satisfaction Problem.</a:t>
            </a:r>
          </a:p>
          <a:p>
            <a:pPr marL="0" indent="0">
              <a:buNone/>
            </a:pPr>
            <a:r>
              <a:t>• CSP is used in Artificial Intelligence.</a:t>
            </a:r>
          </a:p>
          <a:p>
            <a:pPr marL="0" indent="0">
              <a:buNone/>
            </a:pPr>
            <a:r>
              <a:t>• It helps generate conflict-free university timetables.</a:t>
            </a:r>
          </a:p>
          <a:p>
            <a:pPr marL="0" indent="0">
              <a:buNone/>
            </a:pPr>
            <a:r>
              <a:t>• Subjects, faculty, classrooms, and timings are treated as constraints.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CSP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t>Variables:</a:t>
            </a:r>
          </a:p>
          <a:p>
            <a:r>
              <a:t>Subjects</a:t>
            </a:r>
          </a:p>
          <a:p>
            <a:r>
              <a:t> Faculty</a:t>
            </a:r>
          </a:p>
          <a:p>
            <a:r>
              <a:t>Time slots</a:t>
            </a:r>
          </a:p>
          <a:p>
            <a:endParaRPr/>
          </a:p>
          <a:p>
            <a:pPr marL="0" indent="0">
              <a:buNone/>
            </a:pPr>
            <a:r>
              <a:t>Constraints:</a:t>
            </a:r>
          </a:p>
          <a:p>
            <a:r>
              <a:t> No faculty clash</a:t>
            </a:r>
          </a:p>
          <a:p>
            <a:r>
              <a:t> No classroom overlap</a:t>
            </a:r>
          </a:p>
          <a:p>
            <a:r>
              <a:t>Fixed lecture hours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Timetable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Monday: CSP, AI, Data Science</a:t>
            </a:r>
          </a:p>
          <a:p>
            <a:r>
              <a:t>Tuesday: ML, CSP, Mathematics</a:t>
            </a:r>
          </a:p>
          <a:p>
            <a:r>
              <a:t>Wednesday: AI Lab, CSP</a:t>
            </a:r>
          </a:p>
          <a:p>
            <a:r>
              <a:t>Thursday: AI, ML, CSP</a:t>
            </a:r>
          </a:p>
          <a:p>
            <a:r>
              <a:t>Friday: CSP, AI, Seminar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ym typeface="+mn-ea"/>
              </a:rPr>
              <a:t>Pseudo Code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5000" lnSpcReduction="20000"/>
          </a:bodyPr>
          <a:lstStyle/>
          <a:p>
            <a:pPr marL="0" indent="0">
              <a:buNone/>
            </a:pPr>
            <a:r>
              <a:rPr>
                <a:sym typeface="+mn-ea"/>
              </a:rPr>
              <a:t>START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>
                <a:sym typeface="+mn-ea"/>
              </a:rPr>
              <a:t>Create CSP Problem</a:t>
            </a:r>
          </a:p>
          <a:p>
            <a:pPr marL="0" indent="0">
              <a:buNone/>
            </a:pPr>
            <a:r>
              <a:rPr>
                <a:sym typeface="+mn-ea"/>
              </a:rPr>
              <a:t>Define Subjects</a:t>
            </a:r>
          </a:p>
          <a:p>
            <a:pPr marL="0" indent="0">
              <a:buNone/>
            </a:pPr>
            <a:r>
              <a:rPr>
                <a:sym typeface="+mn-ea"/>
              </a:rPr>
              <a:t>Define Time Slots</a:t>
            </a:r>
          </a:p>
          <a:p>
            <a:pPr marL="0" indent="0">
              <a:buNone/>
            </a:pPr>
            <a:r>
              <a:rPr>
                <a:sym typeface="+mn-ea"/>
              </a:rPr>
              <a:t>Assign Variables</a:t>
            </a:r>
          </a:p>
          <a:p>
            <a:pPr marL="0" indent="0">
              <a:buNone/>
            </a:pPr>
            <a:r>
              <a:rPr>
                <a:sym typeface="+mn-ea"/>
              </a:rPr>
              <a:t>Add Constraints</a:t>
            </a:r>
          </a:p>
          <a:p>
            <a:pPr marL="0" indent="0">
              <a:buNone/>
            </a:pPr>
            <a:r>
              <a:rPr>
                <a:sym typeface="+mn-ea"/>
              </a:rPr>
              <a:t>Solve CSP</a:t>
            </a:r>
          </a:p>
          <a:p>
            <a:pPr marL="0" indent="0">
              <a:buNone/>
            </a:pPr>
            <a:r>
              <a:rPr>
                <a:sym typeface="+mn-ea"/>
              </a:rPr>
              <a:t>IF solution exists</a:t>
            </a:r>
          </a:p>
          <a:p>
            <a:pPr marL="0" indent="0">
              <a:buNone/>
            </a:pPr>
            <a:r>
              <a:rPr>
                <a:sym typeface="+mn-ea"/>
              </a:rPr>
              <a:t>   Display Timetable</a:t>
            </a:r>
          </a:p>
          <a:p>
            <a:pPr marL="0" indent="0">
              <a:buNone/>
            </a:pPr>
            <a:r>
              <a:rPr>
                <a:sym typeface="+mn-ea"/>
              </a:rPr>
              <a:t>ELSE</a:t>
            </a:r>
          </a:p>
          <a:p>
            <a:pPr marL="0" indent="0">
              <a:buNone/>
            </a:pPr>
            <a:r>
              <a:rPr>
                <a:sym typeface="+mn-ea"/>
              </a:rPr>
              <a:t>   Display No Solution</a:t>
            </a:r>
          </a:p>
          <a:p>
            <a:pPr marL="0" indent="0">
              <a:buNone/>
            </a:pPr>
            <a:r>
              <a:rPr>
                <a:sym typeface="+mn-ea"/>
              </a:rPr>
              <a:t>END</a:t>
            </a:r>
          </a:p>
          <a:p>
            <a:pPr marL="0" indent="0">
              <a:buNone/>
            </a:pPr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ym typeface="+mn-ea"/>
              </a:rPr>
              <a:t>Python Code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>
                <a:sym typeface="+mn-ea"/>
              </a:rPr>
              <a:t>from constraint import Problem</a:t>
            </a:r>
          </a:p>
          <a:p>
            <a:endParaRPr lang="en-US"/>
          </a:p>
          <a:p>
            <a:pPr marL="0" indent="0">
              <a:buNone/>
            </a:pPr>
            <a:r>
              <a:rPr>
                <a:sym typeface="+mn-ea"/>
              </a:rPr>
              <a:t>problem = Problem()</a:t>
            </a:r>
          </a:p>
          <a:p>
            <a:pPr marL="0" indent="0">
              <a:buNone/>
            </a:pPr>
            <a:r>
              <a:rPr>
                <a:sym typeface="+mn-ea"/>
              </a:rPr>
              <a:t>problem.addVariable('CSP', ['Mon1','Tue1'])</a:t>
            </a:r>
          </a:p>
          <a:p>
            <a:pPr marL="0" indent="0">
              <a:buNone/>
            </a:pPr>
            <a:r>
              <a:rPr>
                <a:sym typeface="+mn-ea"/>
              </a:rPr>
              <a:t>problem.addVariable('AI', ['Mon1','Tue1'])</a:t>
            </a:r>
          </a:p>
          <a:p>
            <a:pPr marL="0" indent="0">
              <a:buNone/>
            </a:pPr>
            <a:r>
              <a:rPr>
                <a:sym typeface="+mn-ea"/>
              </a:rPr>
              <a:t>problem.addConstraint(lambda a,b: a != b,</a:t>
            </a:r>
          </a:p>
          <a:p>
            <a:pPr marL="0" indent="0">
              <a:buNone/>
            </a:pPr>
            <a:r>
              <a:rPr>
                <a:sym typeface="+mn-ea"/>
              </a:rPr>
              <a:t>('CSP','AI'))</a:t>
            </a:r>
          </a:p>
          <a:p>
            <a:pPr marL="0" indent="0">
              <a:buNone/>
            </a:pPr>
            <a:r>
              <a:rPr>
                <a:sym typeface="+mn-ea"/>
              </a:rPr>
              <a:t>solution = problem.getSolutions()</a:t>
            </a:r>
          </a:p>
          <a:p>
            <a:pPr marL="0" indent="0">
              <a:buNone/>
            </a:pPr>
            <a:r>
              <a:rPr>
                <a:sym typeface="+mn-ea"/>
              </a:rPr>
              <a:t>print(solution)</a:t>
            </a:r>
          </a:p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ym typeface="+mn-ea"/>
              </a:rPr>
              <a:t>Sample Output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ym typeface="+mn-ea"/>
              </a:rPr>
              <a:t>CSP -&gt; Mon1</a:t>
            </a:r>
          </a:p>
          <a:p>
            <a:r>
              <a:rPr>
                <a:sym typeface="+mn-ea"/>
              </a:rPr>
              <a:t>AI -&gt; Tue1</a:t>
            </a:r>
          </a:p>
          <a:p>
            <a:r>
              <a:rPr>
                <a:sym typeface="+mn-ea"/>
              </a:rPr>
              <a:t>ML -&gt; Wed1</a:t>
            </a:r>
          </a:p>
          <a:p>
            <a:r>
              <a:rPr>
                <a:sym typeface="+mn-ea"/>
              </a:rPr>
              <a:t>DS -&gt; Thu1</a:t>
            </a:r>
          </a:p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Saves time</a:t>
            </a:r>
          </a:p>
          <a:p>
            <a:r>
              <a:t>• Reduces scheduling conflicts</a:t>
            </a:r>
          </a:p>
          <a:p>
            <a:r>
              <a:t>• Automatic timetable generation</a:t>
            </a:r>
          </a:p>
          <a:p>
            <a:r>
              <a:t>• Useful for universities and colleges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CSP in Artificial Intelligence provides an efficient way to generate optimized university timetables.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0414" y="2356888"/>
            <a:ext cx="6343672" cy="7098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4000" dirty="0"/>
              <a:t>THANK YOU 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</TotalTime>
  <Words>244</Words>
  <Application>Microsoft Office PowerPoint</Application>
  <PresentationFormat>On-screen Show (4:3)</PresentationFormat>
  <Paragraphs>60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Century Gothic</vt:lpstr>
      <vt:lpstr>Wingdings 3</vt:lpstr>
      <vt:lpstr>Ion Boardroom</vt:lpstr>
      <vt:lpstr>University Timetable Generator using CSP</vt:lpstr>
      <vt:lpstr>Introduction</vt:lpstr>
      <vt:lpstr>CSP Method</vt:lpstr>
      <vt:lpstr>Sample Timetable</vt:lpstr>
      <vt:lpstr>Pseudo Code</vt:lpstr>
      <vt:lpstr>Python Code</vt:lpstr>
      <vt:lpstr>Sample Output</vt:lpstr>
      <vt:lpstr>Advantages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bindhu</dc:creator>
  <dc:description>generated using python-pptx</dc:description>
  <cp:lastModifiedBy>Bindhu Madhavi P</cp:lastModifiedBy>
  <cp:revision>3</cp:revision>
  <dcterms:created xsi:type="dcterms:W3CDTF">2013-01-27T09:14:00Z</dcterms:created>
  <dcterms:modified xsi:type="dcterms:W3CDTF">2026-05-19T04:05:44Z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1033-12.1.0.26372</vt:lpwstr>
  </property>
  <property fmtid="{D5CDD505-2E9C-101B-9397-08002B2CF9AE}" pid="3" name="ICV">
    <vt:lpwstr>16F65482FBF64E87B9754A32F8D5B01A_13</vt:lpwstr>
  </property>
</Properties>
</file>