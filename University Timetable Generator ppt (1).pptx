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02" r:id="rId1"/>
  </p:sldMasterIdLst>
  <p:sldIdLst>
    <p:sldId id="256" r:id="rId2"/>
    <p:sldId id="257" r:id="rId3"/>
    <p:sldId id="258" r:id="rId4"/>
    <p:sldId id="267" r:id="rId16"/>
    <p:sldId id="263" r:id="rId6"/>
    <p:sldId id="264" r:id="rId7"/>
    <p:sldId id="259" r:id="rId5"/>
    <p:sldId id="268" r:id="rId17"/>
    <p:sldId id="270" r:id="rId19"/>
    <p:sldId id="269" r:id="rId18"/>
    <p:sldId id="265" r:id="rId8"/>
    <p:sldId id="260" r:id="rId9"/>
    <p:sldId id="261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646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28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943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11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311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1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88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30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637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06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59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6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54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8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22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69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441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71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  <p:sldLayoutId id="214748381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University Timetable Generator Using AI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Artificial Intelligence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This project automates university timetable creation using AI.</a:t>
            </a:r>
          </a:p>
          <a:p>
            <a:pPr marL="0" indent="0">
              <a:buNone/>
            </a:pPr>
            <a:r>
              <a:t>• It combines five core AI concepts in a single system.</a:t>
            </a:r>
          </a:p>
          <a:p>
            <a:pPr marL="0" indent="0">
              <a:buNone/>
            </a:pPr>
            <a:r>
              <a:t>• Subjects, faculty, days, time slots, and rooms are modeled as data.</a:t>
            </a:r>
          </a:p>
          <a:p>
            <a:pPr marL="0" indent="0">
              <a:buNone/>
            </a:pPr>
            <a:r>
              <a:t>• The system builds a conflict-free schedule and lets users search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t>Scheduling Techniques:</a:t>
            </a:r>
          </a:p>
          <a:p>
            <a:r>
              <a:t>Search (BFS) for campus structure</a:t>
            </a:r>
          </a:p>
          <a:p>
            <a:r>
              <a:t xml:space="preserve"> CSP for clash-free slot assignment</a:t>
            </a:r>
          </a:p>
          <a:p>
            <a:endParaRPr/>
          </a:p>
          <a:p>
            <a:pPr marL="0" indent="0">
              <a:buNone/>
            </a:pPr>
            <a:r>
              <a:t>Reasoning Techniques:</a:t>
            </a:r>
          </a:p>
          <a:p>
            <a:r>
              <a:t xml:space="preserve"> Decision Making to pick the best score</a:t>
            </a:r>
          </a:p>
          <a:p>
            <a:r>
              <a:t xml:space="preserve"> Bayesian Reasoning for attendance probability</a:t>
            </a:r>
          </a:p>
          <a:p>
            <a:r>
              <a:t>Hybrid Integration combining both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Timetable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Monday 9AM-10AM: CFAI (Prof. Lakshmi) - Room101</a:t>
            </a:r>
          </a:p>
          <a:p>
            <a:r>
              <a:t>Tuesday 10AM-11AM: FEDF (Prof. Srinivas) - Room102</a:t>
            </a:r>
          </a:p>
          <a:p>
            <a:r>
              <a:t>Wednesday 11AM-12PM: MDSA (Prof. Ramesh) - Lab201</a:t>
            </a:r>
          </a:p>
          <a:p>
            <a:r>
              <a:t>Thursday 9AM-10AM: GLB (Prof. Anitha) - Room101</a:t>
            </a:r>
          </a:p>
          <a:p>
            <a:r>
              <a:t>Friday 10AM-11AM: CFAI (Prof. Lakshmi) - Room102</a:t>
            </a:r>
          </a:p>
          <a:p>
            <a:r>
              <a:t>Saturday 11AM-12PM: MDSA (Prof. Ramesh) - Lab201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Search Concept – BFS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5000" lnSpcReduction="20000"/>
          </a:bodyPr>
          <a:lstStyle/>
          <a:p>
            <a:pPr marL="0" indent="0">
              <a:buNone/>
            </a:pPr>
            <a:r>
              <a:rPr>
                <a:sym typeface="+mn-ea"/>
              </a:rPr>
              <a:t xml:space="preserve">campus_map = {</a:t>
            </a:r>
          </a:p>
          <a:p>
            <a:pPr marL="0" indent="0">
              <a:buNone/>
            </a:pPr>
            <a:r>
              <a:rPr>
                <a:sym typeface="+mn-ea"/>
              </a:rPr>
              <a:t xml:space="preserve">  "MainBlock": ["Room101", "Room102"],</a:t>
            </a:r>
          </a:p>
          <a:p>
            <a:pPr marL="0" indent="0">
              <a:buNone/>
            </a:pPr>
            <a:r>
              <a:rPr>
                <a:sym typeface="+mn-ea"/>
              </a:rPr>
              <a:t xml:space="preserve">  "Room101": ["Lab201"], "Lab201": []</a:t>
            </a:r>
          </a:p>
          <a:p>
            <a:pPr marL="0" indent="0">
              <a:buNone/>
            </a:pPr>
            <a:r>
              <a:rPr>
                <a:sym typeface="+mn-ea"/>
              </a:rPr>
              <a:t xml:space="preserve">}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>
                <a:sym typeface="+mn-ea"/>
              </a:rPr>
              <a:t xml:space="preserve">def bfs(start):</a:t>
            </a:r>
          </a:p>
          <a:p>
            <a:pPr marL="0" indent="0">
              <a:buNone/>
            </a:pPr>
            <a:r>
              <a:rPr>
                <a:sym typeface="+mn-ea"/>
              </a:rPr>
              <a:t xml:space="preserve">    visited = set()</a:t>
            </a:r>
          </a:p>
          <a:p>
            <a:pPr marL="0" indent="0">
              <a:buNone/>
            </a:pPr>
            <a:r>
              <a:rPr>
                <a:sym typeface="+mn-ea"/>
              </a:rPr>
              <a:t xml:space="preserve">    queue = deque([start])</a:t>
            </a:r>
          </a:p>
          <a:p>
            <a:pPr marL="0" indent="0">
              <a:buNone/>
            </a:pPr>
            <a:r>
              <a:rPr>
                <a:sym typeface="+mn-ea"/>
              </a:rPr>
              <a:t xml:space="preserve">    while queue:</a:t>
            </a:r>
          </a:p>
          <a:p>
            <a:pPr marL="0" indent="0">
              <a:buNone/>
            </a:pPr>
            <a:r>
              <a:rPr>
                <a:sym typeface="+mn-ea"/>
              </a:rPr>
              <a:t xml:space="preserve">        node = queue.popleft()</a:t>
            </a:r>
          </a:p>
          <a:p>
            <a:pPr marL="0" indent="0">
              <a:buNone/>
            </a:pPr>
            <a:r>
              <a:rPr>
                <a:sym typeface="+mn-ea"/>
              </a:rPr>
              <a:t xml:space="preserve">        if node not in visited:</a:t>
            </a:r>
          </a:p>
          <a:p>
            <a:pPr marL="0" indent="0">
              <a:buNone/>
            </a:pPr>
            <a:r>
              <a:rPr>
                <a:sym typeface="+mn-ea"/>
              </a:rPr>
              <a:t xml:space="preserve">            visited.add(node)</a:t>
            </a:r>
          </a:p>
          <a:p>
            <a:pPr marL="0" indent="0">
              <a:buNone/>
            </a:pPr>
            <a:r>
              <a:rPr>
                <a:sym typeface="+mn-ea"/>
              </a:rPr>
              <a:t xml:space="preserve">            for nbr in campus_map[node]:</a:t>
            </a:r>
          </a:p>
          <a:p>
            <a:pPr marL="0" indent="0">
              <a:buNone/>
            </a:pPr>
            <a:r>
              <a:rPr>
                <a:sym typeface="+mn-ea"/>
              </a:rPr>
              <a:t xml:space="preserve">                queue.append(nbr)</a:t>
            </a:r>
          </a:p>
          <a:p>
            <a:pPr marL="0" indent="0">
              <a:buNone/>
            </a:pPr>
            <a:r>
              <a:rPr>
                <a:sym typeface="+mn-ea"/>
              </a:rPr>
              <a:t xml:space="preserve">    return visited</a:t>
            </a: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CSP – Constraint Checking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>
                <a:sym typeface="+mn-ea"/>
              </a:rPr>
              <a:t xml:space="preserve">used_slots = []</a:t>
            </a:r>
          </a:p>
          <a:p>
            <a:endParaRPr lang="en-US"/>
          </a:p>
          <a:p>
            <a:pPr marL="0" indent="0">
              <a:buNone/>
            </a:pPr>
            <a:r>
              <a:rPr>
                <a:sym typeface="+mn-ea"/>
              </a:rPr>
              <a:t xml:space="preserve">def is_slot_available(day, slot):</a:t>
            </a:r>
          </a:p>
          <a:p>
            <a:pPr marL="0" indent="0">
              <a:buNone/>
            </a:pPr>
            <a:r>
              <a:rPr>
                <a:sym typeface="+mn-ea"/>
              </a:rPr>
              <a:t xml:space="preserve">    return (day, slot) not in used_slots</a:t>
            </a:r>
          </a:p>
          <a:p>
            <a:endParaRPr lang="en-US"/>
          </a:p>
          <a:p>
            <a:pPr marL="0" indent="0">
              <a:buNone/>
            </a:pPr>
            <a:r>
              <a:rPr>
                <a:sym typeface="+mn-ea"/>
              </a:rPr>
              <a:t xml:space="preserve">for i in range(len(subjects)):</a:t>
            </a:r>
          </a:p>
          <a:p>
            <a:pPr marL="0" indent="0">
              <a:buNone/>
            </a:pPr>
            <a:r>
              <a:rPr>
                <a:sym typeface="+mn-ea"/>
              </a:rPr>
              <a:t xml:space="preserve">    if is_slot_available(days[i], slots[i]):</a:t>
            </a:r>
          </a:p>
          <a:p>
            <a:pPr marL="0" indent="0">
              <a:buNone/>
            </a:pPr>
            <a:r>
              <a:rPr>
                <a:sym typeface="+mn-ea"/>
              </a:rPr>
              <a:t xml:space="preserve">        used_slots.append((days[i], slots[i]))</a:t>
            </a:r>
          </a:p>
          <a:p>
            <a:pPr marL="0" indent="0">
              <a:buNone/>
            </a:pPr>
            <a:r>
              <a:rPr>
                <a:sym typeface="+mn-ea"/>
              </a:rPr>
              <a:t xml:space="preserve">        timetable.append(</a:t>
            </a:r>
          </a:p>
          <a:p>
            <a:pPr marL="0" indent="0">
              <a:buNone/>
            </a:pPr>
            <a:r>
              <a:rPr>
                <a:sym typeface="+mn-ea"/>
              </a:rPr>
              <a:t xml:space="preserve">            ClassState(subjects[i], faculty[subjects[i]],</a:t>
            </a:r>
          </a:p>
          <a:p>
            <a:pPr marL="0" indent="0">
              <a:buNone/>
            </a:pPr>
            <a:r>
              <a:rPr>
                <a:sym typeface="+mn-ea"/>
              </a:rPr>
              <a:t xml:space="preserve">                       days[i], slots[i],</a:t>
            </a:r>
          </a:p>
          <a:p>
            <a:pPr marL="0" indent="0">
              <a:buNone/>
            </a:pPr>
            <a:r>
              <a:rPr>
                <a:sym typeface="+mn-ea"/>
              </a:rPr>
              <a:t xml:space="preserve">                       rooms[i % len(rooms)])</a:t>
            </a:r>
          </a:p>
          <a:p>
            <a:pPr marL="0" indent="0">
              <a:buNone/>
            </a:pPr>
            <a:r>
              <a:rPr>
                <a:sym typeface="+mn-ea"/>
              </a:rPr>
              <a:t xml:space="preserve">        )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Subject Search Feature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ym typeface="+mn-ea"/>
              </a:rPr>
              <a:t>User enters a subject name, e.g. "MDSA"</a:t>
            </a:r>
          </a:p>
          <a:p>
            <a:r>
              <a:rPr>
                <a:sym typeface="+mn-ea"/>
              </a:rPr>
              <a:t>Program scans the generated timetable</a:t>
            </a:r>
          </a:p>
          <a:p>
            <a:r>
              <a:rPr>
                <a:sym typeface="+mn-ea"/>
              </a:rPr>
              <a:t>Faculty -&gt; Prof. Ramesh, Day -&gt; Wednesday</a:t>
            </a:r>
          </a:p>
          <a:p>
            <a:r>
              <a:rPr>
                <a:sym typeface="+mn-ea"/>
              </a:rPr>
              <a:t>Time -&gt; 11AM-12PM, Room -&gt; Lab201</a:t>
            </a:r>
          </a:p>
          <a:p>
            <a:r>
              <a:rPr>
                <a:sym typeface="+mn-ea"/>
              </a:rPr>
              <a:t>If no match is found, "Subject Not Found" is shown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Saves time and reduces manual scheduling effort</a:t>
            </a:r>
          </a:p>
          <a:p>
            <a:pPr marL="0" indent="0">
              <a:buNone/>
            </a:pPr>
            <a:r>
              <a:t>• Avoids day and time-slot clashes automatically</a:t>
            </a:r>
          </a:p>
          <a:p>
            <a:pPr marL="0" indent="0">
              <a:buNone/>
            </a:pPr>
            <a:r>
              <a:t>• Combines search, CSP, decision making, and probability in one tool</a:t>
            </a:r>
          </a:p>
          <a:p>
            <a:pPr marL="0" indent="0">
              <a:buNone/>
            </a:pPr>
            <a:r>
              <a:t>• Lets users quickly search any subject's schedule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shows how search, CSP, decision making, and Bayesian reasoning can be combined into one hybrid system that builds and manages university timetables intelligently.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414" y="2356888"/>
            <a:ext cx="6343672" cy="7098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000" dirty="0"/>
              <a:t xml:space="preserve">THANK YOU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Each class is modeled as a single state using a dataclass.</a:t>
            </a:r>
          </a:p>
          <a:p>
            <a:pPr marL="0" indent="0">
              <a:buNone/>
            </a:pPr>
            <a:r>
              <a:t>• ClassState stores: Subject, Faculty, Day, Time, Room.</a:t>
            </a:r>
          </a:p>
          <a:p>
            <a:pPr marL="0" indent="0">
              <a:buNone/>
            </a:pPr>
            <a:r>
              <a:t>• This clean structure makes scheduling and searching easier.</a:t>
            </a:r>
          </a:p>
          <a:p>
            <a:pPr marL="0" indent="0">
              <a:buNone/>
            </a:pPr>
            <a:r>
              <a:t>• Every entry in the timetable is one ClassState object.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A list of candidate scores represents possible scheduling outcomes.</a:t>
            </a:r>
          </a:p>
          <a:p>
            <a:pPr marL="0" indent="0">
              <a:buNone/>
            </a:pPr>
            <a:r>
              <a:t>• scores = [85, 92, 88]</a:t>
            </a:r>
          </a:p>
          <a:p>
            <a:pPr marL="0" indent="0">
              <a:buNone/>
            </a:pPr>
            <a:r>
              <a:t>• best_score = max(scores) selects the strongest option, 92.</a:t>
            </a:r>
          </a:p>
          <a:p>
            <a:pPr marL="0" indent="0">
              <a:buNone/>
            </a:pPr>
            <a:r>
              <a:t>• This mirrors how AI agents pick the best available choice.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Decision making and probability are combined into one score.</a:t>
            </a:r>
          </a:p>
          <a:p>
            <a:pPr marL="0" indent="0">
              <a:buNone/>
            </a:pPr>
            <a:r>
              <a:t>• hybrid_score = best_score * attendance_probability</a:t>
            </a:r>
          </a:p>
          <a:p>
            <a:pPr marL="0" indent="0">
              <a:buNone/>
            </a:pPr>
            <a:r>
              <a:t>• hybrid_score = 92 * 0.747 ~= 68.7</a:t>
            </a:r>
          </a:p>
          <a:p>
            <a:pPr marL="0" indent="0">
              <a:buNone/>
            </a:pPr>
            <a:r>
              <a:t>• This shows how multiple AI techniques work together in one result.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Bayesian Reasoning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>
                <a:sym typeface="+mn-ea"/>
              </a:rPr>
              <a:t xml:space="preserve">def bayes(pa, pbgivena, pb):</a:t>
            </a:r>
          </a:p>
          <a:p>
            <a:pPr marL="0" indent="0">
              <a:buNone/>
            </a:pPr>
            <a:r>
              <a:rPr>
                <a:sym typeface="+mn-ea"/>
              </a:rPr>
              <a:t xml:space="preserve">    return (pa * pbgivena) / pb</a:t>
            </a:r>
          </a:p>
          <a:p>
            <a:endParaRPr lang="en-US"/>
          </a:p>
          <a:p>
            <a:pPr marL="0" indent="0">
              <a:buNone/>
            </a:pPr>
            <a:r>
              <a:rPr>
                <a:sym typeface="+mn-ea"/>
              </a:rPr>
              <a:t xml:space="preserve">attendance_probability = bayes(0.7, 0.8, 0.75)</a:t>
            </a:r>
          </a:p>
          <a:p>
            <a:endParaRPr lang="en-US"/>
          </a:p>
          <a:p>
            <a:pPr marL="0" indent="0">
              <a:buNone/>
            </a:pPr>
            <a:r>
              <a:rPr>
                <a:sym typeface="+mn-ea"/>
              </a:rPr>
              <a:t xml:space="preserve"># P(A) = 0.7  (prior probability)</a:t>
            </a:r>
          </a:p>
          <a:p>
            <a:pPr marL="0" indent="0">
              <a:buNone/>
            </a:pPr>
            <a:r>
              <a:rPr>
                <a:sym typeface="+mn-ea"/>
              </a:rPr>
              <a:t xml:space="preserve"># P(B|A) = 0.8  (likelihood)</a:t>
            </a:r>
          </a:p>
          <a:p>
            <a:pPr marL="0" indent="0">
              <a:buNone/>
            </a:pPr>
            <a:r>
              <a:rPr>
                <a:sym typeface="+mn-ea"/>
              </a:rPr>
              <a:t xml:space="preserve"># P(B) = 0.75  (evidence)</a:t>
            </a:r>
          </a:p>
          <a:p>
            <a:endParaRPr lang="en-US"/>
          </a:p>
          <a:p>
            <a:pPr marL="0" indent="0">
              <a:buNone/>
            </a:pPr>
            <a:r>
              <a:rPr>
                <a:sym typeface="+mn-ea"/>
              </a:rPr>
              <a:t xml:space="preserve"># Result: attendance_probability ~= 0.747</a:t>
            </a:r>
          </a:p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?>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</TotalTime>
  <Words>244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University Timetable Generator using CSP</vt:lpstr>
      <vt:lpstr>Introduction</vt:lpstr>
      <vt:lpstr>CSP Method</vt:lpstr>
      <vt:lpstr>Sample Timetable</vt:lpstr>
      <vt:lpstr>Pseudo Code</vt:lpstr>
      <vt:lpstr>Python Code</vt:lpstr>
      <vt:lpstr>Sample Output</vt:lpstr>
      <vt:lpstr>Advantages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bindhu</dc:creator>
  <dc:description>generated using python-pptx</dc:description>
  <cp:lastModifiedBy>Bindhu Madhavi P</cp:lastModifiedBy>
  <cp:revision>3</cp:revision>
  <dcterms:created xsi:type="dcterms:W3CDTF">2013-01-27T09:14:00Z</dcterms:created>
  <dcterms:modified xsi:type="dcterms:W3CDTF">2026-05-19T04:05:44Z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16F65482FBF64E87B9754A32F8D5B01A_13</vt:lpwstr>
  </property>
</Properties>
</file>